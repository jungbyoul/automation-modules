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0800"/>
          </a:xfrm>
          <a:prstGeom prst="rect">
            <a:avLst/>
          </a:prstGeom>
          <a:solidFill>
            <a:srgbClr val="C23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이번주 개인업무 계획 — 10월 5주차</a:t>
            </a:r>
          </a:p>
          <a:p>
            <a:r>
              <a:rPr sz="1200">
                <a:solidFill>
                  <a:srgbClr val="C9D6E8"/>
                </a:solidFill>
                <a:latin typeface="맑은 고딕"/>
              </a:rPr>
              <a:t>261026(월) ~ 261030(금)  ·  작성 2026-10-26  ·  작성자 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234440"/>
          </a:xfrm>
          <a:prstGeom prst="rect">
            <a:avLst/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1234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F3A5F"/>
                </a:solidFill>
                <a:latin typeface="맑은 고딕"/>
              </a:rPr>
              <a:t>이번주 전제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22222"/>
                </a:solidFill>
                <a:latin typeface="맑은 고딕"/>
              </a:rPr>
              <a:t>· 수요일(10/28) 연차  →  실질 가용 4일 (월·화·목·금)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2222"/>
                </a:solidFill>
                <a:latin typeface="맑은 고딕"/>
              </a:rPr>
              <a:t>· MDM 오픈 일정 : 11/2 기존 시스템 block  →  11/4 오픈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23B22"/>
                </a:solidFill>
                <a:latin typeface="맑은 고딕"/>
              </a:rPr>
              <a:t>이번주 최우선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54680"/>
            <a:ext cx="54864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154680"/>
            <a:ext cx="5486400" cy="54864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54680"/>
            <a:ext cx="521208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★ 1.  export 데이터 분석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5120640" cy="2514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맑은 고딕"/>
              </a:rPr>
              <a:t>· 전체데이터 SharePoint 추출 자체는 금방 끝남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23B22"/>
                </a:solidFill>
                <a:latin typeface="맑은 고딕"/>
              </a:rPr>
              <a:t>· 중요한 건 꺼낸 export 데이터를 분석하는 것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맑은 고딕"/>
              </a:rPr>
              <a:t>· 보고 형태로 정리 → 공유 / 논의 가능하게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3154680"/>
            <a:ext cx="54864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3154680"/>
            <a:ext cx="5486400" cy="54864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3154680"/>
            <a:ext cx="521208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맑은 고딕"/>
              </a:rPr>
              <a:t>★ 2.  교육자료 (클로드 코드)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3840480"/>
            <a:ext cx="5120640" cy="2514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23B22"/>
                </a:solidFill>
                <a:latin typeface="맑은 고딕"/>
              </a:rPr>
              <a:t>· 기획·구성 : 오늘(월) 마감  /  제작 : 화요일 마감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맑은 고딕"/>
              </a:rPr>
              <a:t>· 1주차 클코 설치+명령어+mode별 차이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맑은 고딕"/>
              </a:rPr>
              <a:t>· 2주차 skill+자동화툴1(메일 접수대장)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맑은 고딕"/>
              </a:rPr>
              <a:t>· 3주차 하네스 환경+자동화툴2(위키 자동화)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맑은 고딕"/>
              </a:rPr>
              <a:t>· 4주차 본인 업무 구축 워크플로우 공유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0800"/>
          </a:xfrm>
          <a:prstGeom prst="rect">
            <a:avLst/>
          </a:prstGeom>
          <a:solidFill>
            <a:srgbClr val="C23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맑은 고딕"/>
              </a:rPr>
              <a:t>일자별 계획 &amp; ActionItem</a:t>
            </a:r>
          </a:p>
          <a:p>
            <a:r>
              <a:rPr sz="1200">
                <a:solidFill>
                  <a:srgbClr val="C9D6E8"/>
                </a:solidFill>
                <a:latin typeface="맑은 고딕"/>
              </a:rPr>
              <a:t>★ = 최우선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2182307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2182307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10/26 월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2182307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783080"/>
            <a:ext cx="2036003" cy="3703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맑은 고딕"/>
              </a:rPr>
              <a:t>• 주간보고 회의 겸 MDM 운영 보고 (오전) [완료]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C23B22"/>
                </a:solidFill>
                <a:latin typeface="맑은 고딕"/>
              </a:rPr>
              <a:t>★ 설비 추출 : SharePoint 한번에 추출 + 로컬 다운까지 (금방 끝남)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C23B22"/>
                </a:solidFill>
                <a:latin typeface="맑은 고딕"/>
              </a:rPr>
              <a:t>★ 교육자료 기획·구성 끝내기 (오늘 마감)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C23B22"/>
                </a:solidFill>
                <a:latin typeface="맑은 고딕"/>
              </a:rPr>
              <a:t>★ 자동화 패턴(LLM 활용) 정리 끝내기 (오늘 마감)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맑은 고딕"/>
              </a:rPr>
              <a:t>• 청라에너지 데이터 수령 → 확인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2685227" y="1234440"/>
            <a:ext cx="2182307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85227" y="1234440"/>
            <a:ext cx="2182307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10/27 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85227" y="1691640"/>
            <a:ext cx="2182307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8379" y="1783080"/>
            <a:ext cx="2036003" cy="3703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C23B22"/>
                </a:solidFill>
                <a:latin typeface="맑은 고딕"/>
              </a:rPr>
              <a:t>★ 교육자료 제작 → 마감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C23B22"/>
                </a:solidFill>
                <a:latin typeface="맑은 고딕"/>
              </a:rPr>
              <a:t>★ export 데이터 분석 착수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맑은 고딕"/>
              </a:rPr>
              <a:t>• 배포 체크 / 큐 소진 확인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맑은 고딕"/>
              </a:rPr>
              <a:t>• 소득세 감면 신청 확인(지윤 선임)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4694" y="1234440"/>
            <a:ext cx="2182307" cy="4572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4694" y="1234440"/>
            <a:ext cx="2182307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10/28 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4694" y="1691640"/>
            <a:ext cx="2182307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7846" y="1783080"/>
            <a:ext cx="2036003" cy="3703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맑은 고딕"/>
              </a:rPr>
              <a:t>• ── 연차 ──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24161" y="1234440"/>
            <a:ext cx="2182307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24161" y="1234440"/>
            <a:ext cx="2182307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10/29 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24161" y="1691640"/>
            <a:ext cx="2182307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97313" y="1783080"/>
            <a:ext cx="2036003" cy="3703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C23B22"/>
                </a:solidFill>
                <a:latin typeface="맑은 고딕"/>
              </a:rPr>
              <a:t>★ MDM 월간보고 제작 착수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C23B22"/>
                </a:solidFill>
                <a:latin typeface="맑은 고딕"/>
              </a:rPr>
              <a:t>★ export 데이터 분석 이어서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맑은 고딕"/>
              </a:rPr>
              <a:t>• 포스코인터 : 업무 현황 공유받기 (플젝 중단·영어 없음)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맑은 고딕"/>
              </a:rPr>
              <a:t>• 워크샵 : 이슈 체크만 (불참)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맑은 고딕"/>
              </a:rPr>
              <a:t>• RTDB : 이슈 체크만 (참여 아님)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43628" y="1234440"/>
            <a:ext cx="2182307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3628" y="1234440"/>
            <a:ext cx="2182307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10/30 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3628" y="1691640"/>
            <a:ext cx="2182307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6780" y="1783080"/>
            <a:ext cx="2036003" cy="3703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C23B22"/>
                </a:solidFill>
                <a:latin typeface="맑은 고딕"/>
              </a:rPr>
              <a:t>★ MDM 월간보고 제작 이어서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C23B22"/>
                </a:solidFill>
                <a:latin typeface="맑은 고딕"/>
              </a:rPr>
              <a:t>★ export 데이터 분석 → 보고 형태로 정리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222222"/>
                </a:solidFill>
                <a:latin typeface="맑은 고딕"/>
              </a:rPr>
              <a:t>• 배포 최종 체크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806440"/>
            <a:ext cx="11460175" cy="777240"/>
          </a:xfrm>
          <a:prstGeom prst="rect">
            <a:avLst/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806440"/>
            <a:ext cx="11094415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3A5F"/>
                </a:solidFill>
                <a:latin typeface="맑은 고딕"/>
              </a:rPr>
              <a:t>회의 연계 ActionItem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22222"/>
                </a:solidFill>
                <a:latin typeface="맑은 고딕"/>
              </a:rPr>
              <a:t>MDM 월간보고 제작(29일 착수)  ·  교육자료(기획 월/제작 화)  ·  설비 추출→SharePoint  ·  청라에너지 데이터 확인(견적12월·수행3~4월)  ·  RTDB 이슈 체크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